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0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Rakib-251/Finance-Expense-Tracker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playful-otter-07b48f.netlify.app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playful-otter-07b48f.netlify.app/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Rakib-251/Finance-Expense-Tracker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playful-otter-07b48f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350520" y="1508760"/>
            <a:ext cx="1126578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Finance &amp;</a:t>
            </a:r>
            <a:r>
              <a:rPr lang="en-US" sz="4600" dirty="0"/>
              <a:t> </a:t>
            </a: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58368" y="337393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for Personal Income &amp; Expense Management</a:t>
            </a:r>
            <a:endParaRPr lang="en-US" sz="1600" dirty="0"/>
          </a:p>
        </p:txBody>
      </p:sp>
      <p:pic>
        <p:nvPicPr>
          <p:cNvPr id="9" name="Image 1" descr="/home/claude/finance_ppt/icons/glob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0429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87685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1200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playful-otter-07b48f.netlify.app</a:t>
            </a:r>
            <a:endParaRPr lang="en-US" sz="1200" dirty="0"/>
          </a:p>
        </p:txBody>
      </p:sp>
      <p:pic>
        <p:nvPicPr>
          <p:cNvPr id="11" name="Image 2" descr="/home/claude/finance_ppt/icons/github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0429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91072" y="387685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github.com/Rakib-251/Finance-Expense-Tracker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50520" y="4489506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60120" y="4644954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60120" y="493756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 Ali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680460" y="4644954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CODE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80460" y="493756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BWU/BTS/23/254</a:t>
            </a:r>
          </a:p>
        </p:txBody>
      </p:sp>
      <p:sp>
        <p:nvSpPr>
          <p:cNvPr id="18" name="Shape 13"/>
          <p:cNvSpPr/>
          <p:nvPr/>
        </p:nvSpPr>
        <p:spPr>
          <a:xfrm>
            <a:off x="3360420" y="4663242"/>
            <a:ext cx="0" cy="105156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0" y="4644954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0" y="493756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23013002457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080760" y="4663242"/>
            <a:ext cx="0" cy="105156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121140" y="4644954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9121140" y="493756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23010307238</a:t>
            </a:r>
          </a:p>
        </p:txBody>
      </p:sp>
      <p:sp>
        <p:nvSpPr>
          <p:cNvPr id="24" name="Shape 19"/>
          <p:cNvSpPr/>
          <p:nvPr/>
        </p:nvSpPr>
        <p:spPr>
          <a:xfrm>
            <a:off x="8801100" y="4663242"/>
            <a:ext cx="0" cy="105156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604398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Computer Science &amp; Engineering  |  Brainware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rupe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1076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286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personal finance and expense tracking web application built with React, Node.js, Express.js, and MongoDB.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383280"/>
            <a:ext cx="566928" cy="566928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0" name="Image 1" descr="/home/claude/finance_ppt/icons/bullsey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35250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3558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the Project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00200" y="37033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create an account, securely log in, and manage personal income and expenses through a simple dashboard.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4" name="Image 2" descr="/home/claude/finance_ppt/icons/balanc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" y="494233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7731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It Solves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00200" y="5120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users a centralized, secure, user-specific system to record, categorize, and review their income and expense transactions.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635240" y="1691640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795528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955280" y="2286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/home/claude/finance_ppt/icons/reac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437" y="239915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13648" y="2368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955280" y="29992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4" descr="/home/claude/finance_ppt/icons/nod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8437" y="3112389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13648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955280" y="371246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5" descr="/home/claude/finance_ppt/icons/databas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8437" y="3825621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13648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955280" y="44256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6" descr="/home/claude/finance_ppt/icons/shield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8437" y="4538853"/>
            <a:ext cx="276606" cy="27660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613648" y="4507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Security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7955280" y="5157216"/>
            <a:ext cx="3337560" cy="0"/>
          </a:xfrm>
          <a:prstGeom prst="line">
            <a:avLst/>
          </a:prstGeom>
          <a:noFill/>
          <a:ln w="12700">
            <a:solidFill>
              <a:srgbClr val="3C4776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7955280" y="5321808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platform: authenticated users manage user-specific income &amp; expense records via a REST API.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User Authentication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secure sign up and login using JWT-based authentication and bcrypt password hashing.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8" y="16916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3018" y="196596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1" name="Image 1" descr="/home/claude/finance_ppt/icons/rupe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692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3018" y="26517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Income &amp; Expenses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43018" y="306324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add, edit, delete, and view income and expense transactions.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8757" y="16916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63077" y="196596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6" name="Image 2" descr="/home/claude/finance_ppt/icons/ta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750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3077" y="26517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by Category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63077" y="306324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transactions using a category-based transaction form for clarity.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21" name="Image 3" descr="/home/claude/finance_ppt/icons/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46122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1663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Financial Overview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57784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dashboard summarizing balance, income, expenses, and monthly activity.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8698" y="42062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3018" y="448056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26" name="Image 4" descr="/home/claude/finance_ppt/icons/search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692" y="46122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3018" y="51663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Search &amp; Filtering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43018" y="557784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search and filter transactions by type and month.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88757" y="42062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63077" y="448056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31" name="Image 5" descr="/home/claude/finance_ppt/icons/shiel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4750" y="46122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63077" y="51663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User Data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63077" y="557784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user’s transactions private and secured through a protected authentication flow.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06837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328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&amp; login (JWT-based)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with bcrypt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password, confirm password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User-specific transactions, logout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1947672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1" name="Image 1" descr="/home/claude/finance_ppt/icons/rupe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373" y="206837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Management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5328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&amp; expenses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 transactions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transactions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dates &amp; descriptions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6" name="Image 2" descr="/home/claude/finance_ppt/icons/ta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49153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3708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Category-Based Form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9560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selected first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auto-set from category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field shown only for "Other"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title for "Other" category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4370832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21" name="Image 3" descr="/home/claude/finance_ppt/icons/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373" y="449153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708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37960" y="49560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income &amp; expense summary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&amp; overview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transactions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transaction list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99427" cy="4206240"/>
          </a:xfrm>
          <a:prstGeom prst="roundRect">
            <a:avLst>
              <a:gd name="adj" fmla="val 3659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8314" y="2103120"/>
            <a:ext cx="640080" cy="64008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reac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933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172510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22387" y="1783080"/>
            <a:ext cx="1999427" cy="4206240"/>
          </a:xfrm>
          <a:prstGeom prst="roundRect">
            <a:avLst>
              <a:gd name="adj" fmla="val 3659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061" y="2103120"/>
            <a:ext cx="640080" cy="64008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1" name="Image 1" descr="/home/claude/finance_ppt/icons/nod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680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9547" y="297180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59547" y="3566160"/>
            <a:ext cx="172510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96134" y="1783080"/>
            <a:ext cx="1999427" cy="4206240"/>
          </a:xfrm>
          <a:prstGeom prst="roundRect">
            <a:avLst>
              <a:gd name="adj" fmla="val 3659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775808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finance_ppt/icons/databas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427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3294" y="297180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33294" y="3566160"/>
            <a:ext cx="172510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69881" y="1783080"/>
            <a:ext cx="1999427" cy="4206240"/>
          </a:xfrm>
          <a:prstGeom prst="roundRect">
            <a:avLst>
              <a:gd name="adj" fmla="val 3659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9555" y="2103120"/>
            <a:ext cx="640080" cy="64008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21" name="Image 3" descr="/home/claude/finance_ppt/icons/shiel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174" y="22567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07041" y="297180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/ Security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507041" y="3566160"/>
            <a:ext cx="172510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43628" y="1783080"/>
            <a:ext cx="1999427" cy="4206240"/>
          </a:xfrm>
          <a:prstGeom prst="roundRect">
            <a:avLst>
              <a:gd name="adj" fmla="val 3659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23302" y="2103120"/>
            <a:ext cx="640080" cy="64008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26" name="Image 4" descr="/home/claude/finance_ppt/icons/gear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6921" y="22567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80788" y="2971800"/>
            <a:ext cx="17251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/ Deployment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80788" y="3566160"/>
            <a:ext cx="172510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697480"/>
            <a:ext cx="777240" cy="7772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418" y="28840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657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41605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50" dirty="0"/>
          </a:p>
        </p:txBody>
      </p:sp>
      <p:pic>
        <p:nvPicPr>
          <p:cNvPr id="9" name="Image 1" descr="/home/claude/finance_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328" y="3355848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59480" y="23774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36720" y="2697480"/>
            <a:ext cx="777240" cy="7772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2" name="Image 2" descr="/home/claude/finance_ppt/icons/reac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258" y="288401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9208" y="3657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569208" y="41605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• Dashboard UI</a:t>
            </a:r>
            <a:endParaRPr lang="en-US" sz="1050" dirty="0"/>
          </a:p>
        </p:txBody>
      </p:sp>
      <p:pic>
        <p:nvPicPr>
          <p:cNvPr id="15" name="Image 3" descr="/home/claude/finance_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355848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70320" y="23774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47560" y="2697480"/>
            <a:ext cx="777240" cy="7772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8" name="Image 4" descr="/home/claude/finance_ppt/icons/nod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098" y="288401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80048" y="3657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/ Express Backend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80048" y="41605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• JWT Auth</a:t>
            </a:r>
            <a:endParaRPr lang="en-US" sz="1050" dirty="0"/>
          </a:p>
        </p:txBody>
      </p:sp>
      <p:pic>
        <p:nvPicPr>
          <p:cNvPr id="21" name="Image 5" descr="/home/claude/finance_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008" y="3355848"/>
            <a:ext cx="329184" cy="32918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81160" y="23774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0058400" y="2697480"/>
            <a:ext cx="777240" cy="777240"/>
          </a:xfrm>
          <a:prstGeom prst="ellipse">
            <a:avLst/>
          </a:prstGeom>
          <a:solidFill>
            <a:srgbClr val="FBF1DE"/>
          </a:solidFill>
          <a:ln/>
        </p:spPr>
      </p:sp>
      <p:pic>
        <p:nvPicPr>
          <p:cNvPr id="24" name="Image 6" descr="/home/claude/finance_ppt/icons/databas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4938" y="2884018"/>
            <a:ext cx="404165" cy="40416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90888" y="3657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9390888" y="41605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Transactions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flow from the React frontend to the Express REST API, which authenticates via JWT and reads/writes user-specific data in MongoDB.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130552"/>
            <a:ext cx="594360" cy="59436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userPlu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086" y="2273198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Login</a:t>
            </a:r>
            <a:endParaRPr lang="en-US" sz="1100" dirty="0"/>
          </a:p>
        </p:txBody>
      </p:sp>
      <p:pic>
        <p:nvPicPr>
          <p:cNvPr id="8" name="Image 1" descr="/home/claude/finance_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745" y="260604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23210" y="187452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09010" y="2130552"/>
            <a:ext cx="594360" cy="59436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1" name="Image 2" descr="/home/claude/finance_ppt/icon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656" y="2273198"/>
            <a:ext cx="309067" cy="30906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3293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Authentication</a:t>
            </a:r>
            <a:endParaRPr lang="en-US" sz="1100" dirty="0"/>
          </a:p>
        </p:txBody>
      </p:sp>
      <p:pic>
        <p:nvPicPr>
          <p:cNvPr id="13" name="Image 3" descr="/home/claude/finance_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315" y="260604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097780" y="187452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783580" y="2130552"/>
            <a:ext cx="594360" cy="59436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6" name="Image 4" descr="/home/claude/finance_ppt/icons/ke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6226" y="2273198"/>
            <a:ext cx="309067" cy="30906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0750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Verification / Hashing</a:t>
            </a:r>
            <a:endParaRPr lang="en-US" sz="1100" dirty="0"/>
          </a:p>
        </p:txBody>
      </p:sp>
      <p:pic>
        <p:nvPicPr>
          <p:cNvPr id="18" name="Image 5" descr="/home/claude/finance_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885" y="260604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72350" y="187452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8058150" y="2130552"/>
            <a:ext cx="594360" cy="59436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21" name="Image 6" descr="/home/claude/finance_ppt/icons/shiel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796" y="2273198"/>
            <a:ext cx="309067" cy="30906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8207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Issued</a:t>
            </a:r>
            <a:endParaRPr lang="en-US" sz="1100" dirty="0"/>
          </a:p>
        </p:txBody>
      </p:sp>
      <p:pic>
        <p:nvPicPr>
          <p:cNvPr id="23" name="Image 7" descr="/home/claude/finance_ppt/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455" y="260604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646920" y="187452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25" name="Shape 15"/>
          <p:cNvSpPr/>
          <p:nvPr/>
        </p:nvSpPr>
        <p:spPr>
          <a:xfrm>
            <a:off x="10332720" y="2130552"/>
            <a:ext cx="594360" cy="594360"/>
          </a:xfrm>
          <a:prstGeom prst="ellipse">
            <a:avLst/>
          </a:prstGeom>
          <a:solidFill>
            <a:srgbClr val="C8912A"/>
          </a:solidFill>
          <a:ln/>
        </p:spPr>
      </p:sp>
      <p:pic>
        <p:nvPicPr>
          <p:cNvPr id="26" name="Image 8" descr="/home/claude/finance_ppt/icons/checkCircl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5366" y="2273198"/>
            <a:ext cx="309067" cy="309067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75664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 → Dashboard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804672" y="4279392"/>
            <a:ext cx="457200" cy="45720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30" name="Image 9" descr="/home/claude/finance_ppt/icons/userPlu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393692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417320" y="4279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500" dirty="0"/>
          </a:p>
        </p:txBody>
      </p:sp>
      <p:sp>
        <p:nvSpPr>
          <p:cNvPr id="32" name="Text 20"/>
          <p:cNvSpPr/>
          <p:nvPr/>
        </p:nvSpPr>
        <p:spPr>
          <a:xfrm>
            <a:off x="822960" y="4846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Password (validated before registration)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6519672" y="4279392"/>
            <a:ext cx="457200" cy="45720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35" name="Image 10" descr="/home/claude/finance_ppt/icons/signIn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3972" y="4393692"/>
            <a:ext cx="228600" cy="2286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132320" y="4279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500" dirty="0"/>
          </a:p>
        </p:txBody>
      </p:sp>
      <p:sp>
        <p:nvSpPr>
          <p:cNvPr id="37" name="Text 24"/>
          <p:cNvSpPr/>
          <p:nvPr/>
        </p:nvSpPr>
        <p:spPr>
          <a:xfrm>
            <a:off x="6537960" y="4846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  <a:p>
            <a:pPr marL="152400" indent="-152400">
              <a:lnSpc>
                <a:spcPct val="125000"/>
              </a:lnSpc>
              <a:buSzPct val="100000"/>
              <a:buChar char="▪"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can be shown or hidden via visibility toggle</a:t>
            </a:r>
            <a:endParaRPr lang="en-US" sz="1200" dirty="0"/>
          </a:p>
        </p:txBody>
      </p:sp>
      <p:sp>
        <p:nvSpPr>
          <p:cNvPr id="38" name="Text 2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39" name="Text 2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rupe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8424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and expense transactions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679192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9" name="Image 1" descr="/home/claude/finance_ppt/icons/edi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2799893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69748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transactions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392424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2" name="Image 2" descr="/home/claude/finance_ppt/icons/tras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3513125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1071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individual transactions, or reset/delete all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105656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5" name="Image 3" descr="/home/claude/finance_ppt/icons/tag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4226357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12394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transactions (category selected first)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4818888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8" name="Image 4" descr="/home/claude/finance_ppt/icons/search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1" y="4939589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83717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transactions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822960" y="5532120"/>
            <a:ext cx="502920" cy="50292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21" name="Image 5" descr="/home/claude/finance_ppt/icons/filter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1" y="5652821"/>
            <a:ext cx="261518" cy="26151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55040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transactions by income / expense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24" name="Text 16"/>
          <p:cNvSpPr/>
          <p:nvPr/>
        </p:nvSpPr>
        <p:spPr>
          <a:xfrm>
            <a:off x="731520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FIELDS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315200" y="228600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(Income / Expense)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7315200" y="4069080"/>
            <a:ext cx="4023360" cy="0"/>
          </a:xfrm>
          <a:prstGeom prst="line">
            <a:avLst/>
          </a:prstGeom>
          <a:noFill/>
          <a:ln w="12700">
            <a:solidFill>
              <a:srgbClr val="3C4776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31520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Category-Based Rule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7315200" y="45262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category = "Other", a custom Title field is shown; otherwise the title is set automatically from the selected category.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3728" y="1737360"/>
            <a:ext cx="4572000" cy="429768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3728" y="173736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63728" y="2121408"/>
            <a:ext cx="4572000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92328" y="1874520"/>
            <a:ext cx="502920" cy="502920"/>
          </a:xfrm>
          <a:prstGeom prst="ellipse">
            <a:avLst/>
          </a:prstGeom>
          <a:solidFill>
            <a:srgbClr val="C8912A"/>
          </a:solidFill>
          <a:ln/>
        </p:spPr>
      </p:sp>
      <p:pic>
        <p:nvPicPr>
          <p:cNvPr id="8" name="Image 0" descr="/home/claude/finance_ppt/icon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199522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2408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3768" y="2697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83768" y="3081528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3768" y="30998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83768" y="3483864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3768" y="3502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83768" y="3886200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768" y="3904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055968" y="1737360"/>
            <a:ext cx="4572000" cy="429768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55968" y="173736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7055968" y="2121408"/>
            <a:ext cx="4572000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7"/>
          <p:cNvSpPr/>
          <p:nvPr/>
        </p:nvSpPr>
        <p:spPr>
          <a:xfrm>
            <a:off x="7284568" y="1874520"/>
            <a:ext cx="502920" cy="502920"/>
          </a:xfrm>
          <a:prstGeom prst="ellipse">
            <a:avLst/>
          </a:prstGeom>
          <a:solidFill>
            <a:srgbClr val="C8912A"/>
          </a:solidFill>
          <a:ln/>
        </p:spPr>
      </p:sp>
      <p:pic>
        <p:nvPicPr>
          <p:cNvPr id="21" name="Image 1" descr="/home/claude/finance_ppt/icons/rupe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268" y="1995221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924648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376008" y="2697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376008" y="3081528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76008" y="30998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376008" y="3483864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76008" y="3502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376008" y="3886200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376008" y="3904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76008" y="4288536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376008" y="43068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376008" y="4690872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76008" y="4709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376008" y="5093208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376008" y="51114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7376008" y="5495544"/>
            <a:ext cx="3931920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376008" y="5513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300" dirty="0"/>
          </a:p>
        </p:txBody>
      </p:sp>
      <p:pic>
        <p:nvPicPr>
          <p:cNvPr id="38" name="Image 2" descr="/home/claude/finance_ppt/icons/arrowRigh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248" y="3657600"/>
            <a:ext cx="457200" cy="4572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135728" y="4160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→ many Transactions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443984"/>
          </a:xfrm>
          <a:prstGeom prst="roundRect">
            <a:avLst>
              <a:gd name="adj" fmla="val 1235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C891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682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2860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/api/auth/signup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0" y="228600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user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11064240" cy="475488"/>
          </a:xfrm>
          <a:prstGeom prst="rect">
            <a:avLst/>
          </a:prstGeom>
          <a:solidFill>
            <a:srgbClr val="ECF0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843784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C891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43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7614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0" y="2761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 user and issue a JWT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319272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C8912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192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236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0" y="32369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transaction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12464"/>
            <a:ext cx="11064240" cy="475488"/>
          </a:xfrm>
          <a:prstGeom prst="rect">
            <a:avLst/>
          </a:prstGeom>
          <a:solidFill>
            <a:srgbClr val="ECF0F6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7947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7124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0" y="371246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transactions for the user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4270248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702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41879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/api/transactions/:id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0" y="418795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single transaction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11064240" cy="475488"/>
          </a:xfrm>
          <a:prstGeom prst="rect">
            <a:avLst/>
          </a:prstGeom>
          <a:solidFill>
            <a:srgbClr val="ECF0F6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4745736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4472C4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7457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4663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/api/transactions/:id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0" y="466344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transaction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" y="5221224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C0504D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2212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94560" y="51389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/api/transactions/:id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0" y="513892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transaction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614416"/>
            <a:ext cx="11064240" cy="475488"/>
          </a:xfrm>
          <a:prstGeom prst="rect">
            <a:avLst/>
          </a:prstGeom>
          <a:solidFill>
            <a:srgbClr val="ECF0F6"/>
          </a:solidFill>
          <a:ln/>
        </p:spPr>
      </p:sp>
      <p:sp>
        <p:nvSpPr>
          <p:cNvPr id="41" name="Shape 39"/>
          <p:cNvSpPr/>
          <p:nvPr/>
        </p:nvSpPr>
        <p:spPr>
          <a:xfrm>
            <a:off x="822960" y="5696712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C0504D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696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94560" y="56144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/api/transactions/reset/all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0" y="561441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transactions for the user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SECURITY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Security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5200" cy="4480560"/>
          </a:xfrm>
          <a:prstGeom prst="roundRect">
            <a:avLst>
              <a:gd name="adj" fmla="val 2087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6" name="Image 0" descr="/home/claude/finance_ppt/icons/clou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956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deployed using Render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hosted on MongoDB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(React/Vite) deployable on a static hosting platform</a:t>
            </a:r>
            <a:endParaRPr lang="en-US" sz="1080" dirty="0"/>
          </a:p>
        </p:txBody>
      </p:sp>
      <p:pic>
        <p:nvPicPr>
          <p:cNvPr id="9" name="Image 1" descr="/home/claude/finance_ppt/icons/glob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42432"/>
            <a:ext cx="201168" cy="201168"/>
          </a:xfrm>
          <a:prstGeom prst="rect">
            <a:avLst/>
          </a:prstGeom>
        </p:spPr>
      </p:pic>
      <p:sp>
        <p:nvSpPr>
          <p:cNvPr id="10" name="Text 6">
            <a:hlinkClick r:id="rId5"/>
          </p:cNvPr>
          <p:cNvSpPr/>
          <p:nvPr/>
        </p:nvSpPr>
        <p:spPr>
          <a:xfrm>
            <a:off x="1097280" y="571500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playful-otter-07b48f.netlify.app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28160" y="1737360"/>
            <a:ext cx="3505200" cy="4480560"/>
          </a:xfrm>
          <a:prstGeom prst="roundRect">
            <a:avLst>
              <a:gd name="adj" fmla="val 2087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02480" y="201168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3" name="Image 2" descr="/home/claude/finance_ppt/icons/shiel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4154" y="21433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2480" y="269748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02480" y="3154680"/>
            <a:ext cx="2956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authentication flow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User-specific transaction handling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for secrets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8107680" y="1737360"/>
            <a:ext cx="3505200" cy="4480560"/>
          </a:xfrm>
          <a:prstGeom prst="roundRect">
            <a:avLst>
              <a:gd name="adj" fmla="val 2087"/>
            </a:avLst>
          </a:prstGeom>
          <a:solidFill>
            <a:srgbClr val="F5F7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82000" y="2011680"/>
            <a:ext cx="548640" cy="548640"/>
          </a:xfrm>
          <a:prstGeom prst="ellipse">
            <a:avLst/>
          </a:prstGeom>
          <a:solidFill>
            <a:srgbClr val="E4F6F2"/>
          </a:solidFill>
          <a:ln/>
        </p:spPr>
      </p:sp>
      <p:pic>
        <p:nvPicPr>
          <p:cNvPr id="18" name="Image 3" descr="/home/claude/finance_ppt/icons/rocke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674" y="214335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82000" y="269748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82000" y="3154680"/>
            <a:ext cx="2956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charts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financial reports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date filtering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management &amp; spending alerts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transactions to CSV/PDF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theme, user profile</a:t>
            </a:r>
            <a:endParaRPr lang="en-US" sz="1080" dirty="0"/>
          </a:p>
          <a:p>
            <a:pPr marL="127000" indent="-127000">
              <a:lnSpc>
                <a:spcPct val="122000"/>
              </a:lnSpc>
              <a:buSzPct val="100000"/>
              <a:buChar char="▪"/>
            </a:pPr>
            <a:r>
              <a:rPr lang="en-US" sz="108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password, mobile responsiveness</a:t>
            </a:r>
            <a:endParaRPr lang="en-US" sz="108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0" y="2697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&amp; Expense Tracker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32808" y="4069080"/>
            <a:ext cx="2926080" cy="0"/>
          </a:xfrm>
          <a:prstGeom prst="line">
            <a:avLst/>
          </a:prstGeom>
          <a:noFill/>
          <a:ln w="12700">
            <a:solidFill>
              <a:srgbClr val="DDE3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  •  Brainware University</a:t>
            </a:r>
            <a:endParaRPr lang="en-US" sz="1200" dirty="0"/>
          </a:p>
        </p:txBody>
      </p:sp>
      <p:pic>
        <p:nvPicPr>
          <p:cNvPr id="11" name="Image 1" descr="/home/claude/finance_ppt/icons/glob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8" y="5166360"/>
            <a:ext cx="219456" cy="219456"/>
          </a:xfrm>
          <a:prstGeom prst="rect">
            <a:avLst/>
          </a:prstGeom>
        </p:spPr>
      </p:pic>
      <p:sp>
        <p:nvSpPr>
          <p:cNvPr id="12" name="Text 8">
            <a:hlinkClick r:id="rId4"/>
          </p:cNvPr>
          <p:cNvSpPr/>
          <p:nvPr/>
        </p:nvSpPr>
        <p:spPr>
          <a:xfrm>
            <a:off x="3901288" y="5148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1150" dirty="0"/>
          </a:p>
        </p:txBody>
      </p:sp>
      <p:pic>
        <p:nvPicPr>
          <p:cNvPr id="13" name="Image 2" descr="/home/claude/finance_ppt/icons/github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68" y="5166360"/>
            <a:ext cx="219456" cy="219456"/>
          </a:xfrm>
          <a:prstGeom prst="rect">
            <a:avLst/>
          </a:prstGeom>
        </p:spPr>
      </p:pic>
      <p:sp>
        <p:nvSpPr>
          <p:cNvPr id="14" name="Text 9">
            <a:hlinkClick r:id="rId6"/>
          </p:cNvPr>
          <p:cNvSpPr/>
          <p:nvPr/>
        </p:nvSpPr>
        <p:spPr>
          <a:xfrm>
            <a:off x="6644488" y="5148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 (GitHub)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885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RAKIB ALI</cp:lastModifiedBy>
  <cp:revision>4</cp:revision>
  <dcterms:created xsi:type="dcterms:W3CDTF">2026-08-15T14:47:38Z</dcterms:created>
  <dcterms:modified xsi:type="dcterms:W3CDTF">2026-08-15T15:14:25Z</dcterms:modified>
</cp:coreProperties>
</file>